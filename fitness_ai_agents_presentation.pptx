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TITLE  [~30 seconds]</a:t>
            </a:r>
          </a:p>
          <a:p/>
          <a:p>
            <a:r>
              <a:t>Say exactly this to open:</a:t>
            </a:r>
          </a:p>
          <a:p/>
          <a:p>
            <a:r>
              <a:t>"This is Fitness AI Agents — a platform I built to solve one problem: you're already generating a huge amount of health data every day, but almost none of it is actually being used to help you train smarter.</a:t>
            </a:r>
          </a:p>
          <a:p/>
          <a:p>
            <a:r>
              <a:t>I'll walk you through why this matters, what I built, how it works, and why it's genuinely different. We're at about seven and a half minutes total."</a:t>
            </a:r>
          </a:p>
          <a:p/>
          <a:p>
            <a:r>
              <a:t>Then advance.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THE PROBLEM  [~60 seconds]</a:t>
            </a:r>
          </a:p>
          <a:p/>
          <a:p>
            <a:r>
              <a:t>This slide addresses the IMPACT criterion — judges need to see that you're solving a real, big problem.</a:t>
            </a:r>
          </a:p>
          <a:p/>
          <a:p>
            <a:r>
              <a:t>"Let's start with the problem.</a:t>
            </a:r>
          </a:p>
          <a:p/>
          <a:p>
            <a:r>
              <a:t>There are over a billion people walking around with wearables — smartwatches, Fitbits, Garmins, phones in their pockets. They're generating heart rate, sleep, GPS, step data every single day.</a:t>
            </a:r>
          </a:p>
          <a:p/>
          <a:p>
            <a:r>
              <a:t>But that data is completely fragmented. Your Apple Watch knows your sleep. Strava knows your runs. Your Garmin knows your heart rate zones. None of them know about each other.</a:t>
            </a:r>
          </a:p>
          <a:p/>
          <a:p>
            <a:r>
              <a:t>Even when you CAN see your data, you can't interpret it. What does a resting heart rate of 58 mean? Is that good? Is it trending the wrong way? Does it matter that you slept 6 hours last night? You don't know — and the apps won't tell you.</a:t>
            </a:r>
          </a:p>
          <a:p/>
          <a:p>
            <a:r>
              <a:t>The people who actually know the answers — sports scientists, personal coaches — charge $150 to $300 a month. That puts real training intelligence completely out of reach for most people.</a:t>
            </a:r>
          </a:p>
          <a:p/>
          <a:p>
            <a:r>
              <a:t>Billions of data points. Almost none of it acted on."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SOLUTION  [~50 seconds]</a:t>
            </a:r>
          </a:p>
          <a:p/>
          <a:p>
            <a:r>
              <a:t>This answers the PRESENTATION criterion — "what challenge it addresses and how it delivers a solution."</a:t>
            </a:r>
          </a:p>
          <a:p/>
          <a:p>
            <a:r>
              <a:t>"The solution is three steps.</a:t>
            </a:r>
          </a:p>
          <a:p/>
          <a:p>
            <a:r>
              <a:t>First: Connect. You bring your data from wherever it lives — Strava or Fitbit sync over OAuth, Apple Health and Garmin export as files, you can drop in any .fit, .tcx, or .gpx from any device — COROS, Wahoo, Polar, Suunto, Peloton, Zwift. Or just log manually. Thirteen sources supported at launch. Zero new hardware required.</a:t>
            </a:r>
          </a:p>
          <a:p/>
          <a:p>
            <a:r>
              <a:t>Second: Analyze. The data goes through an 8-agent AI pipeline — I'll show you the architecture in a moment. It reasons like a domain expert: data cleaning, trend detection, exercise physiology interpretation, and a final QA pass for accuracy.</a:t>
            </a:r>
          </a:p>
          <a:p/>
          <a:p>
            <a:r>
              <a:t>Third: Act. You get a personalized weekly training plan, a daily readiness score, proactive alerts when something looks wrong, and a chat interface where you can ask anything in plain English and get an answer grounded in YOUR actual data.</a:t>
            </a:r>
          </a:p>
          <a:p/>
          <a:p>
            <a:r>
              <a:t>That's the full loop — from raw sensor data to a decision you can act on today."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CREATIVITY  [~75 seconds]</a:t>
            </a:r>
          </a:p>
          <a:p/>
          <a:p>
            <a:r>
              <a:t>This is your direct answer to the CREATIVITY criterion. Be confident here.</a:t>
            </a:r>
          </a:p>
          <a:p/>
          <a:p>
            <a:r>
              <a:t>"Let me be specific about what's new here, because I want the judges to see that this isn't a thin wrapper on an API.</a:t>
            </a:r>
          </a:p>
          <a:p/>
          <a:p>
            <a:r>
              <a:t>First — the multi-agent pipeline. I didn't just call GPT and ask it to analyze my health data. I built a crew of eight specialized agents, each with a defined job. The Data Cleaner knows that heart rate values below 30 or above 250 bpm are invalid. The Sports Scientist knows what an acute-to-chronic training load ratio means. The QA Critic scores every output on domain accuracy and flags physiological errors. The pipeline runs sequentially, each agent passing context to the next.</a:t>
            </a:r>
          </a:p>
          <a:p/>
          <a:p>
            <a:r>
              <a:t>Second — the Readiness Score. Whoop charges $30 a month. Oura charges $18 a month. Both of them sell a 'recovery score' that tells you if you're ready to train. I built the same thing — HRV trend, resting HR baseline, sleep quality, training load ratio — deterministically, using sports science formulas, at zero cost, from any data source.</a:t>
            </a:r>
          </a:p>
          <a:p/>
          <a:p>
            <a:r>
              <a:t>Third — universal import. Every major platform locks you in. This platform doesn't care what you use. Drop in a .gpx from Wahoo or a .fit from COROS — it parses it, tags the source, and the AI is aware of which device produced which data.</a:t>
            </a:r>
          </a:p>
          <a:p/>
          <a:p>
            <a:r>
              <a:t>Fourth — the architecture is split intelligently. The heavy 8-agent pipeline runs in a HuggingFace Space so it has the compute it needs. The lighter features — Coach, Chat, Readiness — run on an always-on free Vercel backend via a custom multi-model failover router I wrote, with a per-user rate limit so one account can't drain the shared model pool."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FIVE FEATURES  [~75 seconds]</a:t>
            </a:r>
          </a:p>
          <a:p/>
          <a:p>
            <a:r>
              <a:t>This answers the PRESENTATION criterion — "how it delivers a solution." Walk through each feature concretely.</a:t>
            </a:r>
          </a:p>
          <a:p/>
          <a:p>
            <a:r>
              <a:t>"Here are the five things the platform can do.</a:t>
            </a:r>
          </a:p>
          <a:p/>
          <a:p>
            <a:r>
              <a:t>AI Analysis. You hit Analyze, and the 8-agent pipeline processes your data. You get structured outputs — metric cards showing your weekly averages, line charts of HR trends over time, a comparison of your Strava runs versus Garmin workouts, a heatmap of which days and times your training load is highest. Every result is scored out of 10 by the QA agent for physiological accuracy.</a:t>
            </a:r>
          </a:p>
          <a:p/>
          <a:p>
            <a:r>
              <a:t>AI Coach. You tell it your goal — say, 'run a 5K in under 25 minutes in 8 weeks.' It generates a week-by-week training plan. As your real workouts come in, the plan updates. Overtrain one week, it backs off the next. Miss a session, it rebalances.</a:t>
            </a:r>
          </a:p>
          <a:p/>
          <a:p>
            <a:r>
              <a:t>Readiness Score. Every morning you get a score out of 100. It's calculated from four things: your HRV trend over the last 7 days, your resting HR versus baseline, last night's sleep, and your acute-to-chronic training load ratio. This is the exact same science Oura and Whoop sell subscriptions for.</a:t>
            </a:r>
          </a:p>
          <a:p/>
          <a:p>
            <a:r>
              <a:t>Health Watchdog. No AI calls at all — pure deterministic logic. If your resting heart rate has been climbing for 5 straight days, or your HRV dropped more than 10% this week, you get a proactive alert. You don't have to ask. It tells you.</a:t>
            </a:r>
          </a:p>
          <a:p/>
          <a:p>
            <a:r>
              <a:t>Chat. Ask 'how has my sleep been affecting my runs?' or 'should I take a rest day tomorrow?' in plain English. The answer is grounded in a server-built summary of your actual data — not generated from scratch — so it can't hallucinate."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ARCHITECTURE  [~60 seconds]</a:t>
            </a:r>
          </a:p>
          <a:p/>
          <a:p>
            <a:r>
              <a:t>This shows technical depth — relevant to both CREATIVITY and PRESENTATION.</a:t>
            </a:r>
          </a:p>
          <a:p/>
          <a:p>
            <a:r>
              <a:t>"Let me show you how the pipeline actually works.</a:t>
            </a:r>
          </a:p>
          <a:p/>
          <a:p>
            <a:r>
              <a:t>Eight agents run in sequence. Agent 1, the Context Agent, reads your question and identifies which metrics and data sources are relevant. Agent 2, the Data Cleaner, validates every row — it knows that a heart rate below 30 or above 250 is invalid, that steps over 100,000 a day is noise. Agent 3 writes the analysis plan. Agent 4, the Data Analyst, executes it — computing weekly trends, HR zone distributions, multi-source comparisons. Agent 5 is the Sports Scientist — it interprets findings through exercise physiology, calculates your training load using TRIMP, assesses overtraining risk. Agent 6 detects time-based patterns — plateau, progressive overload, fatigue accumulation curves. Agent 7 formats everything into structured JSON. Agent 8, the QA Critic, scores the whole output on domain accuracy, specificity, and evidence quality.</a:t>
            </a:r>
          </a:p>
          <a:p/>
          <a:p>
            <a:r>
              <a:t>For the stack: the frontend is React 19 on Vercel. The backend is FastAPI, also on Vercel — it's always-on, free tier, no cold starts. Database is Supabase Postgres with row-level security turned on for every table — the anonymous key returns zero rows, period. The heavy pipeline runs in a HuggingFace Space. The lighter AI features use a custom failover router I wrote that cycles across free Groq and OpenRouter models and enforces a 200-call-per-user-per-day limit."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IMPACT  [~60 seconds]</a:t>
            </a:r>
          </a:p>
          <a:p/>
          <a:p>
            <a:r>
              <a:t>This is your direct answer to the IMPACT judging criterion. Make it land.</a:t>
            </a:r>
          </a:p>
          <a:p/>
          <a:p>
            <a:r>
              <a:t>"So — how big is the impact?</a:t>
            </a:r>
          </a:p>
          <a:p/>
          <a:p>
            <a:r>
              <a:t>One billion people own wearables. The vast majority of them are walking around with a goldmine of health data that is doing absolutely nothing for them. This platform is designed for exactly that person.</a:t>
            </a:r>
          </a:p>
          <a:p/>
          <a:p>
            <a:r>
              <a:t>The cost: zero. Whoop is $30 a month. Oura is $18 a month. A personal trainer is $150 to $300 a month. This platform delivers a Readiness Score, a coach, health alerts, trend analysis, and a conversational interface — all for free. The only cost is the server, and it runs on Vercel and HuggingFace's free tiers.</a:t>
            </a:r>
          </a:p>
          <a:p/>
          <a:p>
            <a:r>
              <a:t>Thirteen-plus import sources means almost no one is excluded. If you've ever used a fitness app or worn a tracker in the last five years, you can import your data today.</a:t>
            </a:r>
          </a:p>
          <a:p/>
          <a:p>
            <a:r>
              <a:t>And this is not a prototype — it's live, right now. You can go to fitness-ai-agents.vercel.app, click 'Load Sample Data', and see the full dashboard with charts, heatmaps, AI analysis results, and a readiness score populated in about 90 seconds."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CLOSING  [~30 seconds]</a:t>
            </a:r>
          </a:p>
          <a:p/>
          <a:p>
            <a:r>
              <a:t>End clean and confident.</a:t>
            </a:r>
          </a:p>
          <a:p/>
          <a:p>
            <a:r>
              <a:t>"To wrap up — Fitness AI Agents takes the data you're already generating, breaks it out of its silos, and puts a team of AI sports scientists in your pocket. For free. No new hardware. Works with what you already have.</a:t>
            </a:r>
          </a:p>
          <a:p/>
          <a:p>
            <a:r>
              <a:t>It is live right now. You can try it in the next five minutes.</a:t>
            </a:r>
          </a:p>
          <a:p/>
          <a:p>
            <a:r>
              <a:t>I'm happy to answer questions about the architecture, the agent pipeline, the security model, or anything else."</a:t>
            </a:r>
          </a:p>
          <a:p/>
          <a:p>
            <a:r>
              <a:t>Then stop. Let them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0"/>
            <a:ext cx="5056632" cy="6858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132320" y="0"/>
            <a:ext cx="5029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FITNESS AI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926080"/>
            <a:ext cx="274320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06324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8CAE4"/>
                </a:solidFill>
                <a:latin typeface="Calibri"/>
              </a:rPr>
              <a:t>Your health data. Any device.
AI-powered sports-science insights.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035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7A9A"/>
                </a:solidFill>
                <a:latin typeface="Calibri"/>
              </a:rPr>
              <a:t>2026 Hack America Hackathon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188720"/>
            <a:ext cx="4480560" cy="132588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06640" y="1188720"/>
            <a:ext cx="448056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32588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8-Agent AI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1051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Purpose-built multi-agent crew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834640"/>
            <a:ext cx="4480560" cy="132588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2834640"/>
            <a:ext cx="448056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29718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13+ Import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34564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No new hardware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4480560"/>
            <a:ext cx="4480560" cy="132588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4480560"/>
            <a:ext cx="448056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46177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Live &amp; Free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51023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Deployed now — not a mockup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Your data exists. Your insights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228600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2057400"/>
            <a:ext cx="11338560" cy="12344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057400"/>
            <a:ext cx="64008" cy="1234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20370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Data is siloed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221992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Apple Watch, Strava, Garmin — each knows a slice of you, none talks to the others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383280"/>
            <a:ext cx="11338560" cy="12344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383280"/>
            <a:ext cx="64008" cy="1234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52958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Numbers without context are useless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547872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A resting HR of 58 bpm means nothing without knowing your baseline, last workout, and sleep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709160"/>
            <a:ext cx="11338560" cy="12344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709160"/>
            <a:ext cx="64008" cy="1234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85546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Expert guidance costs $150–300/month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873752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Sports scientists and personal coaches are a luxury. Evidence-based training advice is not accessible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One platform. Any source. AI that speaks sports science.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28800"/>
            <a:ext cx="201168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2103120"/>
            <a:ext cx="3657600" cy="429768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10312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① CONNECT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Strava · Fitbit OAuth
Apple Health · Garmin
.fit / .tcx / .gpx files
Manual log + GPS tracker</a:t>
            </a:r>
          </a:p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Native Android app + iOS sideload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937760"/>
            <a:ext cx="32004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07492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8CAE4"/>
                </a:solidFill>
                <a:latin typeface="Calibri"/>
              </a:rPr>
              <a:t>13+ sources.
No new hardware.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103120"/>
            <a:ext cx="3657600" cy="429768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10312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240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② 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8346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8 specialized AI agents
Sports scientist reasoning
Trend &amp; pattern detection
QA-scored output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4937760"/>
            <a:ext cx="32004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507492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8CAE4"/>
                </a:solidFill>
                <a:latin typeface="Calibri"/>
              </a:rPr>
              <a:t>Expert-level analysis
automatically.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19" y="2103120"/>
            <a:ext cx="3657600" cy="429768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10312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22402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③ 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28346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EE6"/>
                </a:solidFill>
                <a:latin typeface="Calibri"/>
              </a:rPr>
              <a:t>Adaptive weekly coach plan
Daily readiness score
Proactive health alerts
Conversational data chat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199" y="4937760"/>
            <a:ext cx="3200400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199" y="507492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48CAE4"/>
                </a:solidFill>
                <a:latin typeface="Calibri"/>
              </a:rPr>
              <a:t>From data to decision
in seconds.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CREATIVITY &amp;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What makes this genuinely different.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91640"/>
            <a:ext cx="182880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920240"/>
            <a:ext cx="11338560" cy="1024128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920240"/>
            <a:ext cx="64008" cy="10241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665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Multi-agent pipeline from scratch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084832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Not a wrapper around ChatGPT. 8 purpose-built agents — context, cleaner, prompt engineer, analyst, sports scientist, trend analyzer, formatter, QA critic — each with a defined role and passing context forward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035808"/>
            <a:ext cx="11338560" cy="1024128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035808"/>
            <a:ext cx="64008" cy="10241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8211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Free alternatives to $15–18/mo subscriptions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00400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Whoop and Oura charge monthly fees just for a recovery score. This platform computes the same Readiness Score — HRV trend, resting HR, sleep quality, acute:chronic load — deterministically, at zero cost, from any data source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151376"/>
            <a:ext cx="11338560" cy="1024128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151376"/>
            <a:ext cx="64008" cy="10241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976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Universal import — any device, any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315968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Most platforms lock you into their ecosystem. This reads .fit, .tcx, .gpx from 13+ sources and attributes every row to its device — Garmin looks different from Apple Watch. The AI knows the difference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266944"/>
            <a:ext cx="11338560" cy="1024128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266944"/>
            <a:ext cx="64008" cy="1024128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41324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Light + heavy AI on the same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431536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Heavy 8-agent analysis in a HuggingFace Space; lightweight Coach, Chat, and Watchdog on the always-on Vercel backend via a custom multi-model failover router (llm_lite.py) with a 200-call/day guardrail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Five AI-powered capabilities.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00200"/>
            <a:ext cx="146304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11338560" cy="85953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828800"/>
            <a:ext cx="64008" cy="859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7510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AI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93392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8-agent CrewAI pipeline → metrics, charts, trends, QA-scored report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779776"/>
            <a:ext cx="11338560" cy="85953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779776"/>
            <a:ext cx="64008" cy="859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9260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AI Coach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944368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Set a goal → adaptive weekly plan that tracks and re-plans based on real workouts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30752"/>
            <a:ext cx="11338560" cy="85953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30752"/>
            <a:ext cx="64008" cy="859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877056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Readiness 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895344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HRV + resting HR + sleep + training load → daily recovery number, like Whoop — free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681728"/>
            <a:ext cx="11338560" cy="85953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681728"/>
            <a:ext cx="64008" cy="859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8280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Health Watchdog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846320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Deterministic alerts: rising resting HR, dropping HRV, acute:chronic load spike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632704"/>
            <a:ext cx="11338560" cy="859536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5632704"/>
            <a:ext cx="64008" cy="8595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77900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8CAE4"/>
                </a:solidFill>
                <a:latin typeface="Calibri"/>
              </a:rPr>
              <a:t>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5797296"/>
            <a:ext cx="7863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0CEE6"/>
                </a:solidFill>
                <a:latin typeface="Calibri"/>
              </a:rPr>
              <a:t>Ask anything in plain English — answers are grounded in your actual data, not hallucinated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The 8-Agent Pipeline +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627632"/>
            <a:ext cx="164592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874519"/>
            <a:ext cx="1335024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1075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96795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96795" y="1874519"/>
            <a:ext cx="1335024" cy="6400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88236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8236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Cleaner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1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82112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874519"/>
            <a:ext cx="1335024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73552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3552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Prompt
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707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67428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67428" y="1874519"/>
            <a:ext cx="1335024" cy="6400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8868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8868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7024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52744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52744" y="1874519"/>
            <a:ext cx="1335024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44183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4183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Sports
Scientist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2340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38059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38059" y="1874519"/>
            <a:ext cx="1335024" cy="6400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29499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499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Trend
Analyzer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7656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23376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23376" y="1874519"/>
            <a:ext cx="1335024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14815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14815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Formatter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62972" y="2258568"/>
            <a:ext cx="73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57A9A"/>
                </a:solidFill>
                <a:latin typeface="Calibri"/>
              </a:rPr>
              <a:t>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108691" y="1874519"/>
            <a:ext cx="1335024" cy="1143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108691" y="1874519"/>
            <a:ext cx="1335024" cy="64008"/>
          </a:xfrm>
          <a:prstGeom prst="rect">
            <a:avLst/>
          </a:prstGeom>
          <a:solidFill>
            <a:srgbClr val="48CA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00131" y="196596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0131" y="2313432"/>
            <a:ext cx="11978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QA Critic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32918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STACK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3703320"/>
            <a:ext cx="2788920" cy="96012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3703320"/>
            <a:ext cx="278892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38130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Frontend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1605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EE6"/>
                </a:solidFill>
                <a:latin typeface="Calibri"/>
              </a:rPr>
              <a:t>React 19 · Vite · Clerk Auth · Chart.js · Leaflet · PWA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55848" y="3703320"/>
            <a:ext cx="2788920" cy="96012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55848" y="3703320"/>
            <a:ext cx="278892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93008" y="38130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Backend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93008" y="41605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EE6"/>
                </a:solidFill>
                <a:latin typeface="Calibri"/>
              </a:rPr>
              <a:t>FastAPI on Vercel (always-on, free) · Supabase Postgres + RLS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0216" y="3703320"/>
            <a:ext cx="2788920" cy="96012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00216" y="3703320"/>
            <a:ext cx="278892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37376" y="38130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AI — Heavy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41605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EE6"/>
                </a:solidFill>
                <a:latin typeface="Calibri"/>
              </a:rPr>
              <a:t>CrewAI · litellm · Groq + OpenRouter free pool · HuggingFace Space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44584" y="3703320"/>
            <a:ext cx="2788920" cy="96012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244584" y="3703320"/>
            <a:ext cx="2788920" cy="5943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81744" y="38130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8CAE4"/>
                </a:solidFill>
                <a:latin typeface="Calibri"/>
              </a:rPr>
              <a:t>AI — Light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81744" y="41605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EE6"/>
                </a:solidFill>
                <a:latin typeface="Calibri"/>
              </a:rPr>
              <a:t>llm_lite.py: multi-model failover · 200 calls/user/day guardrail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777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Big problem. Free solution. Ready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37360"/>
            <a:ext cx="182880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5486400" cy="19202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011680"/>
            <a:ext cx="5486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0B4D8"/>
                </a:solidFill>
                <a:latin typeface="Calibri"/>
              </a:rPr>
              <a:t>1 billion+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EE6"/>
                </a:solidFill>
                <a:latin typeface="Calibri"/>
              </a:rPr>
              <a:t>people own wearables
with siloed, unanalyzed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2011680"/>
            <a:ext cx="5486400" cy="19202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011680"/>
            <a:ext cx="5486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0B4D8"/>
                </a:solidFill>
                <a:latin typeface="Calibri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06324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EE6"/>
                </a:solidFill>
                <a:latin typeface="Calibri"/>
              </a:rPr>
              <a:t>cost to the user
vs. $15–300/mo for alternatives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251960"/>
            <a:ext cx="5486400" cy="19202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4251960"/>
            <a:ext cx="5486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0B4D8"/>
                </a:solidFill>
                <a:latin typeface="Calibri"/>
              </a:rPr>
              <a:t>13+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EE6"/>
                </a:solidFill>
                <a:latin typeface="Calibri"/>
              </a:rPr>
              <a:t>import at launch
no new hardware required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4251960"/>
            <a:ext cx="5486400" cy="192024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4251960"/>
            <a:ext cx="54864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43484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0B4D8"/>
                </a:solidFill>
                <a:latin typeface="Calibri"/>
              </a:rPr>
              <a:t>100%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3035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CEE6"/>
                </a:solidFill>
                <a:latin typeface="Calibri"/>
              </a:rPr>
              <a:t>deployed today at
fitness-ai-agents.vercel.app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4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0" y="0"/>
            <a:ext cx="5971032" cy="6858000"/>
          </a:xfrm>
          <a:prstGeom prst="rect">
            <a:avLst/>
          </a:prstGeom>
          <a:solidFill>
            <a:srgbClr val="122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0" y="0"/>
            <a:ext cx="5029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FITNESS AI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542032"/>
            <a:ext cx="2286000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269748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8CAE4"/>
                </a:solidFill>
                <a:latin typeface="Calibri"/>
              </a:rPr>
              <a:t>Any data. Any device.
AI that trains you smarter.
Free. Live. Now.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3949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972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TRY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fitness-ai-agents.vercel.app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GRADIO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72968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pymite6941-fitness-ai-
agents-demo.hf.space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4805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864608"/>
            <a:ext cx="53035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backend-seven-topaz-23
.vercel.app/health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